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7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35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61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580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03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87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75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8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0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1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9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5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6173421-64F0-4743-BADA-38BEBE62EBF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3467CBC-2D3F-A845-83A5-541A880A6B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5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BB3E-A91A-40E8-AC57-227457A2A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3198" y="3325165"/>
            <a:ext cx="9753601" cy="1899753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CSA1012 -  Software Engineering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DA123-A2B1-1B57-7081-39979A2E3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9581" y="4938881"/>
            <a:ext cx="3762530" cy="1052602"/>
          </a:xfrm>
        </p:spPr>
        <p:txBody>
          <a:bodyPr>
            <a:noAutofit/>
          </a:bodyPr>
          <a:lstStyle/>
          <a:p>
            <a:pPr algn="l"/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Srikanth: 192411139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5DA44-9790-C8F8-A2F3-8376A960E53D}"/>
              </a:ext>
            </a:extLst>
          </p:cNvPr>
          <p:cNvSpPr txBox="1"/>
          <p:nvPr/>
        </p:nvSpPr>
        <p:spPr>
          <a:xfrm>
            <a:off x="843198" y="5111239"/>
            <a:ext cx="6093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K.Anita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Davamani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56AE4-4E2E-0EF3-4770-35E81C5F06FF}"/>
              </a:ext>
            </a:extLst>
          </p:cNvPr>
          <p:cNvSpPr txBox="1"/>
          <p:nvPr/>
        </p:nvSpPr>
        <p:spPr>
          <a:xfrm>
            <a:off x="1268603" y="866517"/>
            <a:ext cx="96547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Arial Black" panose="020B0A04020102020204" pitchFamily="34" charset="0"/>
              </a:rPr>
              <a:t>Retrieval-Augmented Generation (RAG)</a:t>
            </a:r>
          </a:p>
        </p:txBody>
      </p:sp>
    </p:spTree>
    <p:extLst>
      <p:ext uri="{BB962C8B-B14F-4D97-AF65-F5344CB8AC3E}">
        <p14:creationId xmlns:p14="http://schemas.microsoft.com/office/powerpoint/2010/main" val="398474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0B56-59A8-A35E-EDBB-6455B3C0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477" y="296435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6EBCF-1F47-5A73-6FE4-6F63C4024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477" y="2134303"/>
            <a:ext cx="10756614" cy="2757350"/>
          </a:xfrm>
        </p:spPr>
        <p:txBody>
          <a:bodyPr>
            <a:norm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combines information retrieval with Generative AI.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external knowledge sources along with an LLM.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accuracy and relevance of generated answers.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modern AI chatbots and knowledge systems.</a:t>
            </a:r>
          </a:p>
        </p:txBody>
      </p:sp>
    </p:spTree>
    <p:extLst>
      <p:ext uri="{BB962C8B-B14F-4D97-AF65-F5344CB8AC3E}">
        <p14:creationId xmlns:p14="http://schemas.microsoft.com/office/powerpoint/2010/main" val="1474898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36E3-A2BD-2D42-CAAC-52F0AAB2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212564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and Motivation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D4E05-3661-DD6A-659C-7D8B7BF9B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924" y="1853248"/>
            <a:ext cx="9884151" cy="3341431"/>
          </a:xfrm>
        </p:spPr>
        <p:txBody>
          <a:bodyPr>
            <a:norm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incorrect or hallucinated AI responses.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access to updated information.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AI to use private organizational data.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reliability for domain-specific questions.</a:t>
            </a:r>
          </a:p>
        </p:txBody>
      </p:sp>
    </p:spTree>
    <p:extLst>
      <p:ext uri="{BB962C8B-B14F-4D97-AF65-F5344CB8AC3E}">
        <p14:creationId xmlns:p14="http://schemas.microsoft.com/office/powerpoint/2010/main" val="592047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8220-38F3-A2E7-E632-913123E84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424" y="746237"/>
            <a:ext cx="4292344" cy="831871"/>
          </a:xfrm>
        </p:spPr>
        <p:txBody>
          <a:bodyPr>
            <a:normAutofit/>
          </a:bodyPr>
          <a:lstStyle/>
          <a:p>
            <a:pPr algn="just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10BAA-1B6A-0A7F-FF02-2504D3092B07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697492" y="2001772"/>
            <a:ext cx="5608370" cy="3466978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 is given to the RAG system.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Retriever searches relevant information from a knowledge base.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information is provided to the LLM as context.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generates the final answer using the retrieved context.</a:t>
            </a:r>
          </a:p>
        </p:txBody>
      </p:sp>
      <p:pic>
        <p:nvPicPr>
          <p:cNvPr id="7" name="Picture 6" descr="Retrieval Augmented Generation (RAG) | A Complete Guide">
            <a:extLst>
              <a:ext uri="{FF2B5EF4-FFF2-40B4-BE49-F238E27FC236}">
                <a16:creationId xmlns:a16="http://schemas.microsoft.com/office/drawing/2014/main" id="{7FB5ED0C-3327-B1AA-4E18-63E282E63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519" y="2118896"/>
            <a:ext cx="5266091" cy="292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33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0CC7-DD5A-5ED0-9F0A-5B05657B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993" y="816672"/>
            <a:ext cx="7771116" cy="85142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01AD8-7624-0725-7993-D9AFAD6DF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886" y="2266995"/>
            <a:ext cx="8014035" cy="2088035"/>
          </a:xfrm>
        </p:spPr>
        <p:txBody>
          <a:bodyPr>
            <a:norm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education for AI tutors and student assistants.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healthcare for medical information retrieval.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banking for customer-support chatbots.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business for internal knowledge management.</a:t>
            </a:r>
          </a:p>
        </p:txBody>
      </p:sp>
    </p:spTree>
    <p:extLst>
      <p:ext uri="{BB962C8B-B14F-4D97-AF65-F5344CB8AC3E}">
        <p14:creationId xmlns:p14="http://schemas.microsoft.com/office/powerpoint/2010/main" val="2987667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0C4B2-82CF-E0DE-809C-DBAFDA4DB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48426" y="1100245"/>
            <a:ext cx="12192001" cy="581417"/>
          </a:xfrm>
        </p:spPr>
        <p:txBody>
          <a:bodyPr>
            <a:no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27043-BE2D-107A-3E84-0E1E5B4F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704" y="1966452"/>
            <a:ext cx="9553872" cy="3791303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combines information retrieval and Generative AI to provide better answers.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accuracy, relevance, and reliability of AI-generated responses.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AI systems to use updated and domain-specific information without retraining the entire model.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has strong future potential in education, healthcare, banking, business, and many other fields.</a:t>
            </a:r>
          </a:p>
        </p:txBody>
      </p:sp>
    </p:spTree>
    <p:extLst>
      <p:ext uri="{BB962C8B-B14F-4D97-AF65-F5344CB8AC3E}">
        <p14:creationId xmlns:p14="http://schemas.microsoft.com/office/powerpoint/2010/main" val="42382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F8DC90-316E-6961-C35B-8306E3C14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675" y="1319212"/>
            <a:ext cx="59626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326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</TotalTime>
  <Words>232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 Black</vt:lpstr>
      <vt:lpstr>Calibri</vt:lpstr>
      <vt:lpstr>Calibri Light</vt:lpstr>
      <vt:lpstr>Times New Roman</vt:lpstr>
      <vt:lpstr>Retrospect</vt:lpstr>
      <vt:lpstr>           CSA1012 -  Software Engineering </vt:lpstr>
      <vt:lpstr>Introduction</vt:lpstr>
      <vt:lpstr>Need and Motivation</vt:lpstr>
      <vt:lpstr>Working Principle </vt:lpstr>
      <vt:lpstr>Applications</vt:lpstr>
      <vt:lpstr>                                  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ECA4703  Principles of Digital System Design for Smart Grid Technology</dc:title>
  <dc:creator>Kiruthika M</dc:creator>
  <cp:lastModifiedBy>Shaik Parvez Ahamed</cp:lastModifiedBy>
  <cp:revision>3</cp:revision>
  <dcterms:created xsi:type="dcterms:W3CDTF">2025-08-10T14:51:48Z</dcterms:created>
  <dcterms:modified xsi:type="dcterms:W3CDTF">2026-08-23T15:08:31Z</dcterms:modified>
</cp:coreProperties>
</file>